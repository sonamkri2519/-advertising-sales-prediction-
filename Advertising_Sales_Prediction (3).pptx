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71" r:id="rId10"/>
    <p:sldId id="262" r:id="rId11"/>
    <p:sldId id="272" r:id="rId12"/>
    <p:sldId id="263" r:id="rId13"/>
    <p:sldId id="264" r:id="rId14"/>
    <p:sldId id="265" r:id="rId15"/>
    <p:sldId id="266" r:id="rId16"/>
    <p:sldId id="273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0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1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6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4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5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8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18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3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3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67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94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36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63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2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35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0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47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62102"/>
            <a:ext cx="9291484" cy="1613718"/>
          </a:xfrm>
        </p:spPr>
        <p:txBody>
          <a:bodyPr/>
          <a:lstStyle/>
          <a:p>
            <a:r>
              <a:rPr dirty="0"/>
              <a:t>Advertising Sales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6516" y="3600450"/>
            <a:ext cx="6395884" cy="2038349"/>
          </a:xfrm>
        </p:spPr>
        <p:txBody>
          <a:bodyPr/>
          <a:lstStyle/>
          <a:p>
            <a:r>
              <a:rPr dirty="0"/>
              <a:t>Using Machine Learning</a:t>
            </a:r>
            <a:endParaRPr lang="en-IN" dirty="0"/>
          </a:p>
          <a:p>
            <a:r>
              <a:rPr dirty="0"/>
              <a:t> Project Presentation</a:t>
            </a:r>
            <a:endParaRPr lang="en-IN" dirty="0"/>
          </a:p>
          <a:p>
            <a:r>
              <a:rPr lang="en-IN" dirty="0"/>
              <a:t>By sonam Kumari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sales based on advertising spend</a:t>
            </a:r>
          </a:p>
          <a:p>
            <a:r>
              <a:t>Channels: TV, Radio, Newspaper</a:t>
            </a:r>
          </a:p>
          <a:p>
            <a:r>
              <a:t>Goal: Optimize marketing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TV: Highest budget allocation</a:t>
            </a:r>
          </a:p>
          <a:p>
            <a:r>
              <a:t>Radio: Moderate distribution</a:t>
            </a:r>
          </a:p>
          <a:p>
            <a:r>
              <a:t>Newspaper: Skewed toward lower spend</a:t>
            </a:r>
          </a:p>
          <a:p>
            <a:r>
              <a:t>Sales: Mostly moderate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Analysis - TV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Uniform distribution</a:t>
            </a:r>
          </a:p>
          <a:p>
            <a:r>
              <a:t>Indicates consistent investment</a:t>
            </a:r>
          </a:p>
          <a:p>
            <a:r>
              <a:t>Strong influence on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D086-B688-E189-1400-285E0253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Histogram of TV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DFCF92-972A-9883-5385-3F4BA0256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763133"/>
            <a:ext cx="7764463" cy="399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90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Analysis - 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distribution</a:t>
            </a:r>
          </a:p>
          <a:p>
            <a:r>
              <a:t>Moderate impact on sales</a:t>
            </a:r>
          </a:p>
          <a:p>
            <a:r>
              <a:t>Less variation compared to TV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68D4B-08F4-312E-6382-465F8BA6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760"/>
            <a:ext cx="9144000" cy="57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0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Analysis - Newspaper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Right-skewed distribution</a:t>
            </a:r>
          </a:p>
          <a:p>
            <a:r>
              <a:t>Lower spending overall</a:t>
            </a:r>
          </a:p>
          <a:p>
            <a:r>
              <a:t>Less impact on sales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59487-2A46-9996-1224-916D50D3E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3" r="19351"/>
          <a:stretch>
            <a:fillRect/>
          </a:stretch>
        </p:blipFill>
        <p:spPr>
          <a:xfrm>
            <a:off x="717756" y="845574"/>
            <a:ext cx="7167716" cy="550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9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 Analysis -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Bell-shaped curve</a:t>
            </a:r>
          </a:p>
          <a:p>
            <a:r>
              <a:t>Most values around average</a:t>
            </a:r>
          </a:p>
          <a:p>
            <a:r>
              <a:t>Indicates normal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BD826-43F8-A6C1-978C-83B46A696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80" t="22521" r="20537" b="9808"/>
          <a:stretch>
            <a:fillRect/>
          </a:stretch>
        </p:blipFill>
        <p:spPr>
          <a:xfrm>
            <a:off x="271178" y="990345"/>
            <a:ext cx="8601644" cy="535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0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</a:t>
            </a:r>
          </a:p>
          <a:p>
            <a:r>
              <a:t>Polynomial Regression</a:t>
            </a:r>
          </a:p>
          <a:p>
            <a:r>
              <a:t>Train-test split applied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Regression: ~90% R² Score</a:t>
            </a:r>
          </a:p>
          <a:p>
            <a:r>
              <a:t>Polynomial Regression: ~99% R² Score</a:t>
            </a:r>
          </a:p>
          <a:p>
            <a:r>
              <a:t>Polynomial captures non-linearity better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TV ads contribute most to sales</a:t>
            </a:r>
          </a:p>
          <a:p>
            <a:r>
              <a:t>Radio has moderate contribution</a:t>
            </a:r>
          </a:p>
          <a:p>
            <a:r>
              <a:t>Newspaper has minimal effect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Polynomial model performs best</a:t>
            </a:r>
          </a:p>
          <a:p>
            <a:r>
              <a:rPr dirty="0"/>
              <a:t>Data visualization improves understanding</a:t>
            </a:r>
          </a:p>
          <a:p>
            <a:r>
              <a:rPr dirty="0"/>
              <a:t>ML helps optimize ad spending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7CD93F-38EF-70A4-4E89-CEEDB3078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16" t="15447" r="19034" b="23572"/>
          <a:stretch>
            <a:fillRect/>
          </a:stretch>
        </p:blipFill>
        <p:spPr>
          <a:xfrm>
            <a:off x="301658" y="916185"/>
            <a:ext cx="8744020" cy="48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28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advanced models (Random Forest, XGBoost)</a:t>
            </a:r>
          </a:p>
          <a:p>
            <a:r>
              <a:t>Add more real-world features</a:t>
            </a:r>
          </a:p>
          <a:p>
            <a:r>
              <a:t>Deploy as web application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5555891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28</TotalTime>
  <Words>194</Words>
  <Application>Microsoft Office PowerPoint</Application>
  <PresentationFormat>On-screen Show (4:3)</PresentationFormat>
  <Paragraphs>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Calisto MT</vt:lpstr>
      <vt:lpstr>Wingdings 2</vt:lpstr>
      <vt:lpstr>Slate</vt:lpstr>
      <vt:lpstr>Advertising Sales Prediction</vt:lpstr>
      <vt:lpstr>Project Overview</vt:lpstr>
      <vt:lpstr>Dataset Understanding</vt:lpstr>
      <vt:lpstr>Histogram Analysis - TV</vt:lpstr>
      <vt:lpstr>Histogram of TV </vt:lpstr>
      <vt:lpstr>Histogram Analysis - Radio</vt:lpstr>
      <vt:lpstr>PowerPoint Presentation</vt:lpstr>
      <vt:lpstr>Histogram Analysis - Newspaper</vt:lpstr>
      <vt:lpstr>PowerPoint Presentation</vt:lpstr>
      <vt:lpstr>Histogram Analysis - Sales</vt:lpstr>
      <vt:lpstr>PowerPoint Presentation</vt:lpstr>
      <vt:lpstr>Machine Learning Models</vt:lpstr>
      <vt:lpstr>Model Performance</vt:lpstr>
      <vt:lpstr>Insights</vt:lpstr>
      <vt:lpstr>Conclusion</vt:lpstr>
      <vt:lpstr>PowerPoint Presentation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sonam kumari</cp:lastModifiedBy>
  <cp:revision>3</cp:revision>
  <dcterms:created xsi:type="dcterms:W3CDTF">2013-01-27T09:14:16Z</dcterms:created>
  <dcterms:modified xsi:type="dcterms:W3CDTF">2026-04-16T16:54:10Z</dcterms:modified>
  <cp:category/>
</cp:coreProperties>
</file>